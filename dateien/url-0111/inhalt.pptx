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azimmermannhamburg.blogspot.com/2026/10/dachstuhl-schaden-fruhzeitig-erkenne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https://1azimmermannhamburg.blogspot.com/2026/10/dachstuhl-schaden-fruhzeitig-erkennen.html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